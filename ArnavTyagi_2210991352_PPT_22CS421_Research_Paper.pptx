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52" r:id="rId5"/>
  </p:sldMasterIdLst>
  <p:notesMasterIdLst>
    <p:notesMasterId r:id="rId14"/>
  </p:notesMasterIdLst>
  <p:handoutMasterIdLst>
    <p:handoutMasterId r:id="rId15"/>
  </p:handoutMasterIdLst>
  <p:sldIdLst>
    <p:sldId id="256" r:id="rId6"/>
    <p:sldId id="257" r:id="rId7"/>
    <p:sldId id="272" r:id="rId8"/>
    <p:sldId id="273" r:id="rId9"/>
    <p:sldId id="274" r:id="rId10"/>
    <p:sldId id="275" r:id="rId11"/>
    <p:sldId id="276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7BADDF-FB03-4960-9681-573C2FD1FB86}" v="22" dt="2026-04-30T12:57:06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18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Tyagi" userId="2a320163fcb74d34" providerId="LiveId" clId="{B1825DB3-43B0-4A48-A6D9-3419E9EC5765}"/>
    <pc:docChg chg="undo custSel addSld delSld modSld">
      <pc:chgData name="Arnav Tyagi" userId="2a320163fcb74d34" providerId="LiveId" clId="{B1825DB3-43B0-4A48-A6D9-3419E9EC5765}" dt="2026-04-30T13:02:55.812" v="155" actId="20577"/>
      <pc:docMkLst>
        <pc:docMk/>
      </pc:docMkLst>
      <pc:sldChg chg="modSp mod">
        <pc:chgData name="Arnav Tyagi" userId="2a320163fcb74d34" providerId="LiveId" clId="{B1825DB3-43B0-4A48-A6D9-3419E9EC5765}" dt="2026-04-30T13:02:55.812" v="155" actId="20577"/>
        <pc:sldMkLst>
          <pc:docMk/>
          <pc:sldMk cId="0" sldId="256"/>
        </pc:sldMkLst>
        <pc:spChg chg="mod">
          <ac:chgData name="Arnav Tyagi" userId="2a320163fcb74d34" providerId="LiveId" clId="{B1825DB3-43B0-4A48-A6D9-3419E9EC5765}" dt="2026-04-30T13:02:55.812" v="155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Arnav Tyagi" userId="2a320163fcb74d34" providerId="LiveId" clId="{B1825DB3-43B0-4A48-A6D9-3419E9EC5765}" dt="2026-04-30T13:02:15.014" v="146" actId="113"/>
        <pc:sldMkLst>
          <pc:docMk/>
          <pc:sldMk cId="0" sldId="257"/>
        </pc:sldMkLst>
        <pc:spChg chg="add">
          <ac:chgData name="Arnav Tyagi" userId="2a320163fcb74d34" providerId="LiveId" clId="{B1825DB3-43B0-4A48-A6D9-3419E9EC5765}" dt="2026-04-30T12:47:19.385" v="41"/>
          <ac:spMkLst>
            <pc:docMk/>
            <pc:sldMk cId="0" sldId="257"/>
            <ac:spMk id="2" creationId="{1D9455A2-BC74-C755-9B7D-DD02A30C1694}"/>
          </ac:spMkLst>
        </pc:spChg>
        <pc:spChg chg="add">
          <ac:chgData name="Arnav Tyagi" userId="2a320163fcb74d34" providerId="LiveId" clId="{B1825DB3-43B0-4A48-A6D9-3419E9EC5765}" dt="2026-04-30T12:47:34.435" v="47"/>
          <ac:spMkLst>
            <pc:docMk/>
            <pc:sldMk cId="0" sldId="257"/>
            <ac:spMk id="3" creationId="{F885A7BA-F7D2-628E-09CA-62A67C23CA49}"/>
          </ac:spMkLst>
        </pc:spChg>
        <pc:spChg chg="add del mod">
          <ac:chgData name="Arnav Tyagi" userId="2a320163fcb74d34" providerId="LiveId" clId="{B1825DB3-43B0-4A48-A6D9-3419E9EC5765}" dt="2026-04-30T13:00:46.317" v="134" actId="2710"/>
          <ac:spMkLst>
            <pc:docMk/>
            <pc:sldMk cId="0" sldId="257"/>
            <ac:spMk id="5" creationId="{00000000-0000-0000-0000-000000000000}"/>
          </ac:spMkLst>
        </pc:spChg>
        <pc:spChg chg="mod">
          <ac:chgData name="Arnav Tyagi" userId="2a320163fcb74d34" providerId="LiveId" clId="{B1825DB3-43B0-4A48-A6D9-3419E9EC5765}" dt="2026-04-30T13:02:15.014" v="146" actId="113"/>
          <ac:spMkLst>
            <pc:docMk/>
            <pc:sldMk cId="0" sldId="257"/>
            <ac:spMk id="108" creationId="{00000000-0000-0000-0000-000000000000}"/>
          </ac:spMkLst>
        </pc:spChg>
      </pc:sldChg>
      <pc:sldChg chg="del">
        <pc:chgData name="Arnav Tyagi" userId="2a320163fcb74d34" providerId="LiveId" clId="{B1825DB3-43B0-4A48-A6D9-3419E9EC5765}" dt="2026-04-30T12:50:20.355" v="65" actId="2696"/>
        <pc:sldMkLst>
          <pc:docMk/>
          <pc:sldMk cId="0" sldId="269"/>
        </pc:sldMkLst>
      </pc:sldChg>
      <pc:sldChg chg="del">
        <pc:chgData name="Arnav Tyagi" userId="2a320163fcb74d34" providerId="LiveId" clId="{B1825DB3-43B0-4A48-A6D9-3419E9EC5765}" dt="2026-04-30T12:50:14.970" v="63" actId="2696"/>
        <pc:sldMkLst>
          <pc:docMk/>
          <pc:sldMk cId="0" sldId="270"/>
        </pc:sldMkLst>
      </pc:sldChg>
      <pc:sldChg chg="del">
        <pc:chgData name="Arnav Tyagi" userId="2a320163fcb74d34" providerId="LiveId" clId="{B1825DB3-43B0-4A48-A6D9-3419E9EC5765}" dt="2026-04-30T12:50:17.427" v="64" actId="2696"/>
        <pc:sldMkLst>
          <pc:docMk/>
          <pc:sldMk cId="0" sldId="271"/>
        </pc:sldMkLst>
      </pc:sldChg>
      <pc:sldChg chg="modSp mod">
        <pc:chgData name="Arnav Tyagi" userId="2a320163fcb74d34" providerId="LiveId" clId="{B1825DB3-43B0-4A48-A6D9-3419E9EC5765}" dt="2026-04-30T13:02:12.772" v="145" actId="113"/>
        <pc:sldMkLst>
          <pc:docMk/>
          <pc:sldMk cId="0" sldId="272"/>
        </pc:sldMkLst>
        <pc:spChg chg="mod">
          <ac:chgData name="Arnav Tyagi" userId="2a320163fcb74d34" providerId="LiveId" clId="{B1825DB3-43B0-4A48-A6D9-3419E9EC5765}" dt="2026-04-30T13:02:12.772" v="145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Arnav Tyagi" userId="2a320163fcb74d34" providerId="LiveId" clId="{B1825DB3-43B0-4A48-A6D9-3419E9EC5765}" dt="2026-04-30T13:01:00.196" v="138" actId="113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mod">
        <pc:chgData name="Arnav Tyagi" userId="2a320163fcb74d34" providerId="LiveId" clId="{B1825DB3-43B0-4A48-A6D9-3419E9EC5765}" dt="2026-04-30T13:02:07.954" v="144" actId="113"/>
        <pc:sldMkLst>
          <pc:docMk/>
          <pc:sldMk cId="0" sldId="273"/>
        </pc:sldMkLst>
        <pc:spChg chg="mod">
          <ac:chgData name="Arnav Tyagi" userId="2a320163fcb74d34" providerId="LiveId" clId="{B1825DB3-43B0-4A48-A6D9-3419E9EC5765}" dt="2026-04-30T13:02:07.954" v="144" actId="113"/>
          <ac:spMkLst>
            <pc:docMk/>
            <pc:sldMk cId="0" sldId="273"/>
            <ac:spMk id="2" creationId="{00000000-0000-0000-0000-000000000000}"/>
          </ac:spMkLst>
        </pc:spChg>
        <pc:spChg chg="del">
          <ac:chgData name="Arnav Tyagi" userId="2a320163fcb74d34" providerId="LiveId" clId="{B1825DB3-43B0-4A48-A6D9-3419E9EC5765}" dt="2026-04-30T12:48:34.384" v="53" actId="478"/>
          <ac:spMkLst>
            <pc:docMk/>
            <pc:sldMk cId="0" sldId="273"/>
            <ac:spMk id="3" creationId="{00000000-0000-0000-0000-000000000000}"/>
          </ac:spMkLst>
        </pc:spChg>
        <pc:spChg chg="add del mod">
          <ac:chgData name="Arnav Tyagi" userId="2a320163fcb74d34" providerId="LiveId" clId="{B1825DB3-43B0-4A48-A6D9-3419E9EC5765}" dt="2026-04-30T12:48:40.398" v="55" actId="478"/>
          <ac:spMkLst>
            <pc:docMk/>
            <pc:sldMk cId="0" sldId="273"/>
            <ac:spMk id="6" creationId="{E37219C7-BA00-5BFF-9B4F-1FB7AAB9C6D4}"/>
          </ac:spMkLst>
        </pc:spChg>
        <pc:spChg chg="add mod">
          <ac:chgData name="Arnav Tyagi" userId="2a320163fcb74d34" providerId="LiveId" clId="{B1825DB3-43B0-4A48-A6D9-3419E9EC5765}" dt="2026-04-30T12:58:12.510" v="109" actId="1076"/>
          <ac:spMkLst>
            <pc:docMk/>
            <pc:sldMk cId="0" sldId="273"/>
            <ac:spMk id="7" creationId="{3DACCEA4-A429-96D4-D7A4-C55B89AA9A5E}"/>
          </ac:spMkLst>
        </pc:spChg>
        <pc:picChg chg="del">
          <ac:chgData name="Arnav Tyagi" userId="2a320163fcb74d34" providerId="LiveId" clId="{B1825DB3-43B0-4A48-A6D9-3419E9EC5765}" dt="2026-04-30T12:48:35.705" v="54" actId="478"/>
          <ac:picMkLst>
            <pc:docMk/>
            <pc:sldMk cId="0" sldId="273"/>
            <ac:picMk id="5" creationId="{00000000-0000-0000-0000-000000000000}"/>
          </ac:picMkLst>
        </pc:picChg>
      </pc:sldChg>
      <pc:sldChg chg="del">
        <pc:chgData name="Arnav Tyagi" userId="2a320163fcb74d34" providerId="LiveId" clId="{B1825DB3-43B0-4A48-A6D9-3419E9EC5765}" dt="2026-04-30T12:50:12.474" v="62" actId="2696"/>
        <pc:sldMkLst>
          <pc:docMk/>
          <pc:sldMk cId="0" sldId="274"/>
        </pc:sldMkLst>
      </pc:sldChg>
      <pc:sldChg chg="modSp add mod">
        <pc:chgData name="Arnav Tyagi" userId="2a320163fcb74d34" providerId="LiveId" clId="{B1825DB3-43B0-4A48-A6D9-3419E9EC5765}" dt="2026-04-30T13:02:05.391" v="143" actId="113"/>
        <pc:sldMkLst>
          <pc:docMk/>
          <pc:sldMk cId="2957458809" sldId="274"/>
        </pc:sldMkLst>
        <pc:spChg chg="mod">
          <ac:chgData name="Arnav Tyagi" userId="2a320163fcb74d34" providerId="LiveId" clId="{B1825DB3-43B0-4A48-A6D9-3419E9EC5765}" dt="2026-04-30T13:02:05.391" v="143" actId="113"/>
          <ac:spMkLst>
            <pc:docMk/>
            <pc:sldMk cId="2957458809" sldId="274"/>
            <ac:spMk id="2" creationId="{4EA602D8-769E-24BF-71A3-AE028CB6DBDE}"/>
          </ac:spMkLst>
        </pc:spChg>
        <pc:spChg chg="mod">
          <ac:chgData name="Arnav Tyagi" userId="2a320163fcb74d34" providerId="LiveId" clId="{B1825DB3-43B0-4A48-A6D9-3419E9EC5765}" dt="2026-04-30T12:51:22.229" v="77" actId="113"/>
          <ac:spMkLst>
            <pc:docMk/>
            <pc:sldMk cId="2957458809" sldId="274"/>
            <ac:spMk id="7" creationId="{D051EB60-3357-B97A-0D75-9C9DEB20C9E7}"/>
          </ac:spMkLst>
        </pc:spChg>
      </pc:sldChg>
      <pc:sldChg chg="del">
        <pc:chgData name="Arnav Tyagi" userId="2a320163fcb74d34" providerId="LiveId" clId="{B1825DB3-43B0-4A48-A6D9-3419E9EC5765}" dt="2026-04-30T12:50:23.810" v="66" actId="2696"/>
        <pc:sldMkLst>
          <pc:docMk/>
          <pc:sldMk cId="0" sldId="275"/>
        </pc:sldMkLst>
      </pc:sldChg>
      <pc:sldChg chg="addSp modSp add mod">
        <pc:chgData name="Arnav Tyagi" userId="2a320163fcb74d34" providerId="LiveId" clId="{B1825DB3-43B0-4A48-A6D9-3419E9EC5765}" dt="2026-04-30T13:02:02.748" v="142" actId="113"/>
        <pc:sldMkLst>
          <pc:docMk/>
          <pc:sldMk cId="2740959440" sldId="275"/>
        </pc:sldMkLst>
        <pc:spChg chg="mod">
          <ac:chgData name="Arnav Tyagi" userId="2a320163fcb74d34" providerId="LiveId" clId="{B1825DB3-43B0-4A48-A6D9-3419E9EC5765}" dt="2026-04-30T13:02:02.748" v="142" actId="113"/>
          <ac:spMkLst>
            <pc:docMk/>
            <pc:sldMk cId="2740959440" sldId="275"/>
            <ac:spMk id="2" creationId="{5BFBEB7F-B7ED-CDD9-1D4A-8683C0CE704F}"/>
          </ac:spMkLst>
        </pc:spChg>
        <pc:spChg chg="add">
          <ac:chgData name="Arnav Tyagi" userId="2a320163fcb74d34" providerId="LiveId" clId="{B1825DB3-43B0-4A48-A6D9-3419E9EC5765}" dt="2026-04-30T12:51:57.805" v="82"/>
          <ac:spMkLst>
            <pc:docMk/>
            <pc:sldMk cId="2740959440" sldId="275"/>
            <ac:spMk id="3" creationId="{40D2680D-AF6B-ADAE-9A49-48F891430E7A}"/>
          </ac:spMkLst>
        </pc:spChg>
        <pc:spChg chg="mod">
          <ac:chgData name="Arnav Tyagi" userId="2a320163fcb74d34" providerId="LiveId" clId="{B1825DB3-43B0-4A48-A6D9-3419E9EC5765}" dt="2026-04-30T12:56:26.797" v="90" actId="113"/>
          <ac:spMkLst>
            <pc:docMk/>
            <pc:sldMk cId="2740959440" sldId="275"/>
            <ac:spMk id="7" creationId="{33EFBBB1-D33B-0BB4-CA99-8CA1862697FA}"/>
          </ac:spMkLst>
        </pc:spChg>
      </pc:sldChg>
      <pc:sldChg chg="addSp modSp add mod">
        <pc:chgData name="Arnav Tyagi" userId="2a320163fcb74d34" providerId="LiveId" clId="{B1825DB3-43B0-4A48-A6D9-3419E9EC5765}" dt="2026-04-30T13:01:58.223" v="141" actId="113"/>
        <pc:sldMkLst>
          <pc:docMk/>
          <pc:sldMk cId="3322561583" sldId="276"/>
        </pc:sldMkLst>
        <pc:spChg chg="mod">
          <ac:chgData name="Arnav Tyagi" userId="2a320163fcb74d34" providerId="LiveId" clId="{B1825DB3-43B0-4A48-A6D9-3419E9EC5765}" dt="2026-04-30T13:01:58.223" v="141" actId="113"/>
          <ac:spMkLst>
            <pc:docMk/>
            <pc:sldMk cId="3322561583" sldId="276"/>
            <ac:spMk id="2" creationId="{976A59EF-DC66-4D72-48A4-3BB705289FB1}"/>
          </ac:spMkLst>
        </pc:spChg>
        <pc:spChg chg="add">
          <ac:chgData name="Arnav Tyagi" userId="2a320163fcb74d34" providerId="LiveId" clId="{B1825DB3-43B0-4A48-A6D9-3419E9EC5765}" dt="2026-04-30T12:57:01.271" v="93"/>
          <ac:spMkLst>
            <pc:docMk/>
            <pc:sldMk cId="3322561583" sldId="276"/>
            <ac:spMk id="3" creationId="{19DD0649-DCEC-AFC3-5484-C829EA07AD3A}"/>
          </ac:spMkLst>
        </pc:spChg>
        <pc:spChg chg="mod">
          <ac:chgData name="Arnav Tyagi" userId="2a320163fcb74d34" providerId="LiveId" clId="{B1825DB3-43B0-4A48-A6D9-3419E9EC5765}" dt="2026-04-30T12:57:15.001" v="98" actId="113"/>
          <ac:spMkLst>
            <pc:docMk/>
            <pc:sldMk cId="3322561583" sldId="276"/>
            <ac:spMk id="7" creationId="{254DC3C5-AF4D-37B0-791C-8EFA2005528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>
              <a:lnSpc>
                <a:spcPct val="100000"/>
              </a:lnSpc>
            </a:pPr>
            <a:fld id="{94037556-9E8A-4092-B698-C7B51BCB8D66}" type="datetime1">
              <a:rPr lang="en-US" sz="1200" b="0" strike="noStrike" spc="-1" smtClean="0">
                <a:latin typeface="Times New Roman" panose="02020603050405020304"/>
              </a:rPr>
              <a:t>4/30/2026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r>
              <a:rPr lang="en-US" spc="-1">
                <a:latin typeface="Times New Roman" panose="02020603050405020304"/>
              </a:rPr>
              <a:t>CO-OP project at Industry (Module-1)/22CS411</a:t>
            </a:r>
            <a:endParaRPr lang="en-GB" sz="1200" spc="-1" dirty="0">
              <a:latin typeface="Times New Roman" panose="020206030504050203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 smtClean="0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  <a:t>‹#›</a:t>
            </a:fld>
            <a:endParaRPr lang="en-GB" sz="1200" b="0" strike="noStrike" spc="-1" dirty="0"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4037556-9E8A-4092-B698-C7B51BCB8D6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</a:rPr>
              <a:t>4/30/2026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</a:r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5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5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5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6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5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5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6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964FCB-4B12-48F3-8EC8-4E7C43142726}" type="datetime1">
              <a:rPr lang="en-US" sz="1200" b="0" strike="noStrike" spc="-1" smtClean="0">
                <a:latin typeface="Times New Roman" panose="02020603050405020304"/>
              </a:rPr>
              <a:t>4/30/2026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r>
              <a:rPr lang="en-US" spc="-1" dirty="0">
                <a:latin typeface="Times New Roman" panose="02020603050405020304"/>
              </a:rPr>
              <a:t>CO-OP project at Industry (Module-1)/22CS411</a:t>
            </a:r>
            <a:endParaRPr lang="en-GB" sz="1200" spc="-1" dirty="0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  <a:t>‹#›</a:t>
            </a:fld>
            <a:endParaRPr lang="en-GB" sz="1200" b="0" strike="noStrike" spc="-1" dirty="0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964FCB-4B12-48F3-8EC8-4E7C4314272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</a:rPr>
              <a:t>4/30/2026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</a:r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2000" dirty="0">
                <a:latin typeface="Aptos" panose="020B0004020202020204" pitchFamily="34" charset="0"/>
              </a:rPr>
              <a:t>Project Presentation of CO-OP Project at Industry (Module-2) (22CS421) </a:t>
            </a:r>
            <a:endParaRPr lang="en-IN" sz="2000" dirty="0">
              <a:latin typeface="Aptos" panose="020B0004020202020204" pitchFamily="34" charset="0"/>
            </a:endParaRPr>
          </a:p>
          <a:p>
            <a:pPr algn="ctr">
              <a:spcBef>
                <a:spcPts val="400"/>
              </a:spcBef>
            </a:pPr>
            <a:r>
              <a:rPr lang="en-US" sz="2000" dirty="0">
                <a:latin typeface="Aptos" panose="020B0004020202020204" pitchFamily="34" charset="0"/>
              </a:rPr>
              <a:t>On</a:t>
            </a:r>
          </a:p>
          <a:p>
            <a:pPr algn="ctr">
              <a:spcBef>
                <a:spcPts val="400"/>
              </a:spcBef>
            </a:pPr>
            <a:endParaRPr lang="en-US" sz="2400" dirty="0">
              <a:latin typeface="Aptos" panose="020B0004020202020204" pitchFamily="34" charset="0"/>
            </a:endParaRPr>
          </a:p>
          <a:p>
            <a:pPr algn="ctr">
              <a:spcBef>
                <a:spcPts val="400"/>
              </a:spcBef>
            </a:pPr>
            <a:r>
              <a:rPr lang="en-US" sz="2400" dirty="0">
                <a:latin typeface="Aptos" panose="020B0004020202020204" pitchFamily="34" charset="0"/>
              </a:rPr>
              <a:t>Lightweight Computer Vision Models for Smart Manufacturing </a:t>
            </a:r>
          </a:p>
          <a:p>
            <a:pPr algn="ctr">
              <a:spcBef>
                <a:spcPts val="400"/>
              </a:spcBef>
            </a:pPr>
            <a:r>
              <a:rPr lang="en-US" sz="2400" dirty="0">
                <a:latin typeface="Aptos" panose="020B0004020202020204" pitchFamily="34" charset="0"/>
              </a:rPr>
              <a:t>and Autonomous Driving Applications</a:t>
            </a:r>
            <a:endParaRPr lang="en-IN" altLang="en-US" sz="2400" dirty="0">
              <a:latin typeface="Aptos" panose="020B0004020202020204" pitchFamily="34" charset="0"/>
            </a:endParaRPr>
          </a:p>
          <a:p>
            <a:pPr algn="ctr">
              <a:spcBef>
                <a:spcPts val="400"/>
              </a:spcBef>
            </a:pPr>
            <a:br>
              <a:rPr lang="en-US" sz="2400" dirty="0">
                <a:latin typeface="Aptos" panose="020B0004020202020204" pitchFamily="34" charset="0"/>
              </a:rPr>
            </a:br>
            <a:r>
              <a:rPr lang="en-IN" altLang="en-US" dirty="0">
                <a:latin typeface="Aptos" panose="020B0004020202020204" pitchFamily="34" charset="0"/>
              </a:rPr>
              <a:t>Arnav Tyagi</a:t>
            </a:r>
          </a:p>
          <a:p>
            <a:pPr algn="ctr">
              <a:spcBef>
                <a:spcPts val="400"/>
              </a:spcBef>
            </a:pPr>
            <a:r>
              <a:rPr lang="en-IN" altLang="en-US" dirty="0">
                <a:latin typeface="Aptos" panose="020B0004020202020204" pitchFamily="34" charset="0"/>
              </a:rPr>
              <a:t>(2210991352)</a:t>
            </a:r>
          </a:p>
          <a:p>
            <a:pPr algn="ctr">
              <a:spcBef>
                <a:spcPts val="400"/>
              </a:spcBef>
            </a:pPr>
            <a:endParaRPr lang="en-US" dirty="0">
              <a:latin typeface="Aptos" panose="020B0004020202020204" pitchFamily="34" charset="0"/>
            </a:endParaRPr>
          </a:p>
          <a:p>
            <a:pPr algn="ctr">
              <a:spcBef>
                <a:spcPts val="400"/>
              </a:spcBef>
            </a:pPr>
            <a:r>
              <a:rPr lang="en-US" dirty="0">
                <a:latin typeface="Aptos" panose="020B0004020202020204" pitchFamily="34" charset="0"/>
              </a:rPr>
              <a:t>Supervised By</a:t>
            </a:r>
          </a:p>
          <a:p>
            <a:pPr algn="ctr">
              <a:spcBef>
                <a:spcPts val="400"/>
              </a:spcBef>
            </a:pPr>
            <a:r>
              <a:rPr lang="en-IN" altLang="en-US" dirty="0">
                <a:latin typeface="Aptos" panose="020B0004020202020204" pitchFamily="34" charset="0"/>
              </a:rPr>
              <a:t>Dr. Ashish Kumar </a:t>
            </a:r>
          </a:p>
          <a:p>
            <a:pPr algn="ctr">
              <a:spcBef>
                <a:spcPts val="400"/>
              </a:spcBef>
            </a:pPr>
            <a:r>
              <a:rPr lang="en-IN" altLang="en-US" dirty="0">
                <a:latin typeface="Aptos" panose="020B0004020202020204" pitchFamily="34" charset="0"/>
              </a:rPr>
              <a:t>[ Associate Professor, CSE Department ]</a:t>
            </a:r>
            <a:endParaRPr lang="en-US" dirty="0">
              <a:latin typeface="Aptos" panose="020B0004020202020204" pitchFamily="34" charset="0"/>
            </a:endParaRPr>
          </a:p>
          <a:p>
            <a:pPr algn="ctr">
              <a:spcBef>
                <a:spcPts val="400"/>
              </a:spcBef>
            </a:pPr>
            <a:endParaRPr lang="en-US" dirty="0">
              <a:latin typeface="Aptos" panose="020B0004020202020204" pitchFamily="34" charset="0"/>
            </a:endParaRPr>
          </a:p>
          <a:p>
            <a:pPr algn="ctr">
              <a:spcBef>
                <a:spcPts val="400"/>
              </a:spcBef>
            </a:pPr>
            <a:r>
              <a:rPr lang="en-US" dirty="0">
                <a:latin typeface="Aptos" panose="020B0004020202020204" pitchFamily="34" charset="0"/>
              </a:rPr>
              <a:t>Department of Computer Science and Engineering, </a:t>
            </a:r>
          </a:p>
          <a:p>
            <a:pPr algn="ctr">
              <a:spcBef>
                <a:spcPts val="400"/>
              </a:spcBef>
            </a:pPr>
            <a:r>
              <a:rPr lang="en-US" dirty="0">
                <a:latin typeface="Aptos" panose="020B0004020202020204" pitchFamily="34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2</a:t>
            </a:fld>
            <a:endParaRPr lang="en-GB" sz="1200" b="0" strike="noStrike" spc="-1" dirty="0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554709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alt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AI</a:t>
            </a:r>
            <a:r>
              <a:rPr lang="en-US" alt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Rapid advancements in computer vision are transforming autonomous driving and smart manufacturing.  </a:t>
            </a:r>
          </a:p>
          <a:p>
            <a:pPr>
              <a:spcBef>
                <a:spcPts val="400"/>
              </a:spcBef>
            </a:pPr>
            <a:endParaRPr lang="en-US" altLang="en-GB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alt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alt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Key uses include defect detection, quality inspection, lane detection, and obstacle avoidance.  </a:t>
            </a:r>
          </a:p>
          <a:p>
            <a:pPr>
              <a:spcBef>
                <a:spcPts val="400"/>
              </a:spcBef>
            </a:pPr>
            <a:endParaRPr lang="en-US" altLang="en-GB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alt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r>
              <a:rPr lang="en-US" alt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State-of-the-art models are computationally intensive, requiring high-end GPUs and large memory footprints.  </a:t>
            </a:r>
          </a:p>
          <a:p>
            <a:pPr>
              <a:spcBef>
                <a:spcPts val="400"/>
              </a:spcBef>
            </a:pPr>
            <a:endParaRPr lang="en-US" altLang="en-GB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alt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alt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design efficient, lightweight models capable of real-time performance on resource-constrained edge and IoT devices.</a:t>
            </a: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80" y="0"/>
            <a:ext cx="5486040" cy="914040"/>
          </a:xfrm>
        </p:spPr>
        <p:txBody>
          <a:bodyPr/>
          <a:lstStyle/>
          <a:p>
            <a:r>
              <a:rPr lang="en-IN" altLang="en-GB" sz="3600" b="1" dirty="0"/>
              <a:t> </a:t>
            </a:r>
            <a:r>
              <a:rPr lang="en-IN" sz="3600" b="1" dirty="0"/>
              <a:t>Literature Review</a:t>
            </a:r>
            <a:endParaRPr lang="en-IN" altLang="en-GB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170180" y="1084580"/>
            <a:ext cx="8792845" cy="503555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vs. Transformers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CNNs remain standard for feature extraction, while Vision Transformers offer high accuracy but require massive datasets and power.  </a:t>
            </a:r>
          </a:p>
          <a:p>
            <a:pPr algn="just">
              <a:lnSpc>
                <a:spcPct val="150000"/>
              </a:lnSpc>
            </a:pP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Challenges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Standard models are difficult to deploy on embedded systems due to high processing requirements.  </a:t>
            </a:r>
          </a:p>
          <a:p>
            <a:pPr algn="just">
              <a:lnSpc>
                <a:spcPct val="150000"/>
              </a:lnSpc>
            </a:pP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State-of-the-Art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Current research focuses on techniques like pruning and quantization to bridge the gap between theory and practice.  </a:t>
            </a:r>
          </a:p>
          <a:p>
            <a:pPr algn="just">
              <a:lnSpc>
                <a:spcPct val="150000"/>
              </a:lnSpc>
            </a:pP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models like </a:t>
            </a:r>
            <a:r>
              <a:rPr lang="en-US" alt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designed specifically for limited resource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96" y="8784"/>
            <a:ext cx="5486040" cy="914040"/>
          </a:xfrm>
        </p:spPr>
        <p:txBody>
          <a:bodyPr/>
          <a:lstStyle/>
          <a:p>
            <a:r>
              <a:rPr lang="en-IN" altLang="en-GB" sz="3200" b="1" dirty="0"/>
              <a:t> </a:t>
            </a:r>
            <a:r>
              <a:rPr lang="en-IN" sz="3200" b="1" dirty="0"/>
              <a:t>Proposed Methodology</a:t>
            </a:r>
            <a:r>
              <a:rPr lang="en-IN" altLang="en-GB" sz="3200" b="1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CCEA4-A429-96D4-D7A4-C55B89AA9A5E}"/>
              </a:ext>
            </a:extLst>
          </p:cNvPr>
          <p:cNvSpPr txBox="1"/>
          <p:nvPr/>
        </p:nvSpPr>
        <p:spPr>
          <a:xfrm>
            <a:off x="196596" y="914040"/>
            <a:ext cx="8750808" cy="5538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Workflow Stage 1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Data Collection using public datasets for surface defects and road environments.  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Workflow Stage 2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Data Preprocessing including resizing to fixed resolutions, normalization ($0$ to $1$), and data augmentation.  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Workflow Stage 3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Model Development focused on compact CNN architectures with fewer layers.  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Workflow Stage 4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Model Optimization through pruning and quantization.  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Workflow Stage 5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Evaluation using accuracy, inference time ($T_{inf}$), and model storage size. </a:t>
            </a: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C889-0EA1-28EE-5FC4-8729C33C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02D8-769E-24BF-71A3-AE028CB6D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96" y="0"/>
            <a:ext cx="7507224" cy="914040"/>
          </a:xfrm>
        </p:spPr>
        <p:txBody>
          <a:bodyPr/>
          <a:lstStyle/>
          <a:p>
            <a:r>
              <a:rPr lang="en-IN" altLang="en-GB" sz="3200" b="1" dirty="0"/>
              <a:t> </a:t>
            </a:r>
            <a:r>
              <a:rPr lang="en-IN" sz="3200" b="1" dirty="0"/>
              <a:t>Model Optimization Techniques</a:t>
            </a:r>
            <a:endParaRPr lang="en-IN" altLang="en-GB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1EB60-3357-B97A-0D75-9C9DEB20C9E7}"/>
              </a:ext>
            </a:extLst>
          </p:cNvPr>
          <p:cNvSpPr txBox="1"/>
          <p:nvPr/>
        </p:nvSpPr>
        <p:spPr>
          <a:xfrm>
            <a:off x="196596" y="914040"/>
            <a:ext cx="8750808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Pruning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Identifying and removing redundant weights or neurons to create a compact model structure.  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Quantization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Reducing numerical precision (e.g., from floating-point to 8-bit integers) to lower memory usage.  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Quantization Formula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$Q(x) = round(x / s)$, where $x$ is the original value and $s$ is the scaling factor.  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Goal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Achieve maximum efficiency gains with minimal degradation in predictive accuracy. </a:t>
            </a: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45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D66F-60B7-D89F-C740-1A475F5E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EB7F-B7ED-CDD9-1D4A-8683C0CE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96" y="0"/>
            <a:ext cx="7507224" cy="914040"/>
          </a:xfrm>
        </p:spPr>
        <p:txBody>
          <a:bodyPr/>
          <a:lstStyle/>
          <a:p>
            <a:r>
              <a:rPr lang="en-IN" altLang="en-GB" sz="3200" b="1" dirty="0"/>
              <a:t> </a:t>
            </a:r>
            <a:r>
              <a:rPr lang="en-IN" sz="2800" b="1" dirty="0"/>
              <a:t>Major Findings &amp; Results</a:t>
            </a:r>
            <a:endParaRPr lang="en-IN" altLang="en-GB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FBBB1-D33B-0BB4-CA99-8CA1862697FA}"/>
              </a:ext>
            </a:extLst>
          </p:cNvPr>
          <p:cNvSpPr txBox="1"/>
          <p:nvPr/>
        </p:nvSpPr>
        <p:spPr>
          <a:xfrm>
            <a:off x="196596" y="914040"/>
            <a:ext cx="8750808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Inference Speed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Optimized models significantly reduced processing time per frame, essential for real-time safety in driving. 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Storage Reduction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Pruning and quantization resulted in a substantially smaller model footprint for easier edge deployment. 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Power Consumption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Lower computational complexity translated into reduced power demands, ideal for battery-powered IoT systems. 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Performance Trade-off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A minor accuracy drop was observed, but the models remained highly reliable for practical industrial use.</a:t>
            </a: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95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A3F42-DF7A-1203-9ED9-8E89E1B8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A59EF-DC66-4D72-48A4-3BB70528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96" y="0"/>
            <a:ext cx="7507224" cy="914040"/>
          </a:xfrm>
        </p:spPr>
        <p:txBody>
          <a:bodyPr/>
          <a:lstStyle/>
          <a:p>
            <a:r>
              <a:rPr lang="en-IN" altLang="en-GB" sz="3200" dirty="0"/>
              <a:t> </a:t>
            </a:r>
            <a:r>
              <a:rPr lang="en-IN" sz="2800" b="1" dirty="0"/>
              <a:t>Conclusion &amp; Future Scope</a:t>
            </a:r>
            <a:endParaRPr lang="en-IN" altLang="en-GB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DC3C5-AF4D-37B0-791C-8EFA20055289}"/>
              </a:ext>
            </a:extLst>
          </p:cNvPr>
          <p:cNvSpPr txBox="1"/>
          <p:nvPr/>
        </p:nvSpPr>
        <p:spPr>
          <a:xfrm>
            <a:off x="196596" y="914040"/>
            <a:ext cx="8750808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Lightweight CV models provide a scalable solution for real-world deployment on constrained hardware.  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Sustainability: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Efficiency-focused design leads to more sustainable and cost-effective AI operations.  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Future Work: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Testing in dynamic real-world environments (variable lighting/noise).  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Advancements: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Exploring Federated Learning and hardware-aware optimization for distributed edge intelligence.</a:t>
            </a: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56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8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546</Words>
  <Application>Microsoft Office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Office Theme</vt:lpstr>
      <vt:lpstr>c1</vt:lpstr>
      <vt:lpstr>PowerPoint Presentation</vt:lpstr>
      <vt:lpstr>PowerPoint Presentation</vt:lpstr>
      <vt:lpstr> Literature Review</vt:lpstr>
      <vt:lpstr> Proposed Methodology  </vt:lpstr>
      <vt:lpstr> Model Optimization Techniques</vt:lpstr>
      <vt:lpstr> Major Findings &amp; Results</vt:lpstr>
      <vt:lpstr> Conclusion &amp;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Arnav Tyagi</cp:lastModifiedBy>
  <cp:revision>2306</cp:revision>
  <dcterms:created xsi:type="dcterms:W3CDTF">2010-04-09T07:36:00Z</dcterms:created>
  <dcterms:modified xsi:type="dcterms:W3CDTF">2026-04-30T13:02:57Z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F1714E75AA0947A1BEA9CE4AAF394DFA_13</vt:lpwstr>
  </property>
  <property fmtid="{D5CDD505-2E9C-101B-9397-08002B2CF9AE}" pid="15" name="KSOProductBuildVer">
    <vt:lpwstr>2057-12.2.0.23158</vt:lpwstr>
  </property>
</Properties>
</file>